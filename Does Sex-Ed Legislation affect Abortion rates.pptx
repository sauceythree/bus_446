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C4D35D-E34C-4046-898B-3FEC482C2D5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A44AC3-6612-48B0-9250-E046012D6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290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44AC3-6612-48B0-9250-E046012D662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364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56027-B1AE-58A6-465A-B04E3E0A0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31F48-6061-D94E-582C-60B53C9831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1B732-20E9-A0F9-9E27-F642B231A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6B57-8548-495F-AA04-67D11F7F2D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0E363-1795-AAA4-8A4A-BEB2B4DBF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966E0-CBE9-60C1-5CDB-5558A06D6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8EBB9-4E48-4CF4-BA8E-B0C86E08A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320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AE5BC-7937-D5BF-0455-DB599F5F4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F6D40-F5A9-8829-0EA8-E2F7793D5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82E1A-0E15-0E71-60EF-DBBB44C73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6B57-8548-495F-AA04-67D11F7F2D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F2B5F-E566-7C0F-B59B-50173ACE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BD435-759B-6A08-6862-68D39585D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8EBB9-4E48-4CF4-BA8E-B0C86E08A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29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FDADD-E7E3-F2AD-2605-0DBAF35DC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003751-2C1B-ADB6-47EA-8B1BDDE84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27E00-BDFB-746C-C184-446E57474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6B57-8548-495F-AA04-67D11F7F2D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10C36-5CFB-0DF7-4E40-C77C91888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11C09-FA98-8921-EBA9-EE222060B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8EBB9-4E48-4CF4-BA8E-B0C86E08A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40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AD7F6-486E-E67B-8790-876CD2DD7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B19D3-1569-31E9-1F8F-4A9F73163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F5BE26-DA86-DBE9-B63F-C6DFF31E1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3BC0C-7E74-7F4B-E5D9-F6BA7CEE4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6B57-8548-495F-AA04-67D11F7F2D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33F012-CBCE-1068-5527-2858DF8C6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B0A15-BD6D-9346-8F96-329B6F6F7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8EBB9-4E48-4CF4-BA8E-B0C86E08A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529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E777B-F9B8-E0D8-3FFC-7F05DDAD8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27B6C-5E71-AAC7-4EF3-E4C224211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00C88E-D947-EBF4-797E-71B105FAC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067D56-1478-91EF-78D7-A3E576AEC1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31F131-95D3-1F59-336E-D9BBA0723D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98BB00-ADCB-A71C-A443-339DE15E9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6B57-8548-495F-AA04-67D11F7F2D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B6083D-6D15-879D-6EAD-ED08413E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AF654-0B13-1E0B-3916-4F996C7DA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8EBB9-4E48-4CF4-BA8E-B0C86E08A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087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560A9-16E3-FC8F-9983-CC256CEEB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E78108-CA3B-6348-EFA2-3BA933283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6B57-8548-495F-AA04-67D11F7F2D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A11934-E4DD-41C5-479F-04EA2F250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D2B7A9-488D-A91D-584A-FC5DA486A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8EBB9-4E48-4CF4-BA8E-B0C86E08A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333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32F6A6-DBBB-AE6A-B2A4-3936BE91F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6B57-8548-495F-AA04-67D11F7F2D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31AFBA-C5AA-785D-08C6-55C0F8673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E3412-6782-CABB-036E-884A7BAE2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8EBB9-4E48-4CF4-BA8E-B0C86E08A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105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3E5D-7AE2-C7B9-569F-4E9F12F71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A6149-A950-E700-2938-FE0086AB5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57EE4B-685B-7CF4-2574-F527EDA27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A094B-D492-5ABF-5FF5-EF73AD41B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6B57-8548-495F-AA04-67D11F7F2D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38F65E-AD53-C60E-6C5B-1F9DB765A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01D6E6-7F41-DAE7-B0F5-6E0CA9FDA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8EBB9-4E48-4CF4-BA8E-B0C86E08A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775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6278E-59AA-A502-DB5C-F992898EC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E379F0-7F0A-75A2-4C05-3CFBEB5E25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D68BDF-5A95-0B5C-CBCC-1E48E283C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EFA659-4326-506F-2946-145F18A85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6B57-8548-495F-AA04-67D11F7F2D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29650B-92F2-0C91-DC9D-C148706DE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3C81B-2251-B619-3984-70682F9A7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8EBB9-4E48-4CF4-BA8E-B0C86E08A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334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596E5-2FE5-94B0-5E7E-15B8DB86D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5580F0-6310-B334-C9C0-3D4797B861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83251-D542-C3C5-0EAB-CD526ADCB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6B57-8548-495F-AA04-67D11F7F2D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2BB5C-E2BE-8A6B-642A-76B592816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81EB8-2C8D-628D-6D63-1ECAA9DB8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8EBB9-4E48-4CF4-BA8E-B0C86E08A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5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61B653-A492-4B67-6144-6EDC557A77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1CAAA8-B7C1-0612-5877-EBA5B304C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C5D4A-843A-EFA9-228F-638A31CC4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06B57-8548-495F-AA04-67D11F7F2D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464FB-502C-40FE-459C-E7EFAF22C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B35E6-DB73-6AE7-AEA5-56D706789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8EBB9-4E48-4CF4-BA8E-B0C86E08A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836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E0F5FC-056B-9A9E-C802-E8DC1F3E0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DB7F4-BF64-4195-F607-34E470B54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285D8-9136-86AD-A1AD-8AB93CB821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606B57-8548-495F-AA04-67D11F7F2D9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97064-8E0A-D7D7-6978-5C4694C68D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BDBD8-58C8-7468-79AF-062E82A53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58EBB9-4E48-4CF4-BA8E-B0C86E08A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188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BD1B6-3856-619C-CCF7-8D9DB1A150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Does Sex-Ed Legislation affect Abortion rates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BA0763-EEC4-5F32-9141-09AF18A656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Alexander Saunders</a:t>
            </a:r>
          </a:p>
        </p:txBody>
      </p:sp>
    </p:spTree>
    <p:extLst>
      <p:ext uri="{BB962C8B-B14F-4D97-AF65-F5344CB8AC3E}">
        <p14:creationId xmlns:p14="http://schemas.microsoft.com/office/powerpoint/2010/main" val="1646118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DBB6C-EB95-2F16-D397-71246B175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682CDC3-6CD5-8905-9F56-5FA6C1D4E1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5777" y="2072636"/>
            <a:ext cx="622622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673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340F8-A4BB-FF99-E07E-E34D8E451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9FDEC2B-1526-AAE3-D843-CFEA74A7CB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2728" y="1998662"/>
            <a:ext cx="622622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493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9BBF9-9125-6C97-ECED-C35FA75EC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54120" cy="389191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E9BFE3-96D7-44BF-C5AA-4661A3AEEC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6880" y="219603"/>
            <a:ext cx="3545840" cy="638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210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C8724-8F26-334E-3A8B-95E05DCC5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69D310-8DBD-9A76-5267-24DCC3864D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7818" y="2308302"/>
            <a:ext cx="801562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208E53-D2F8-597E-3D72-AD4F857B1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2644" y="1814473"/>
            <a:ext cx="801563" cy="50435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0EF15D-F58E-500A-C4DA-1CB12B9058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7906" y="2308302"/>
            <a:ext cx="801127" cy="434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215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D53C6-4538-3DDD-EE13-0F96BEC27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2F6877-4D33-C917-2ADA-FC809BA4CD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11" y="591015"/>
            <a:ext cx="8111719" cy="5585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019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AB48987-8FE0-4167-9468-E2B02C6AE2A9}">
  <we:reference id="WA200005566" version="3.0.0.2" store="Omex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1462</TotalTime>
  <Words>9</Words>
  <Application>Microsoft Office PowerPoint</Application>
  <PresentationFormat>Widescreen</PresentationFormat>
  <Paragraphs>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Does Sex-Ed Legislation affect Abortion rates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Saunders, Alexander</dc:creator>
  <cp:lastModifiedBy>Saunders, Alexander</cp:lastModifiedBy>
  <cp:revision>1</cp:revision>
  <dcterms:created xsi:type="dcterms:W3CDTF">2026-04-29T15:38:07Z</dcterms:created>
  <dcterms:modified xsi:type="dcterms:W3CDTF">2026-04-30T16:00:50Z</dcterms:modified>
</cp:coreProperties>
</file>